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2" Type="http://schemas.openxmlformats.org/officeDocument/2006/relationships/font" Target="fonts/Play-bold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0B0F1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66750" y="571500"/>
            <a:ext cx="323850" cy="381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23950" y="51435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FULL-STACK CITY SAFETY APP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66750" y="914400"/>
            <a:ext cx="8572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Dangerzone turns local hazards into a shared live map.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04850" y="220980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 MERN-style incident reporting app for browsing, reporting, commenting, and moderating city danger zones.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04850" y="3352800"/>
            <a:ext cx="3143250" cy="1333500"/>
          </a:xfrm>
          <a:prstGeom prst="rect">
            <a:avLst/>
          </a:prstGeom>
          <a:solidFill>
            <a:srgbClr val="182027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04850" y="3352800"/>
            <a:ext cx="47625" cy="1333500"/>
          </a:xfrm>
          <a:prstGeom prst="rect">
            <a:avLst/>
          </a:prstGeom>
          <a:solidFill>
            <a:srgbClr val="2ED3B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14400" y="3543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Public awareness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14400" y="3905250"/>
            <a:ext cx="27241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Guests can see active incidents before creating an account.</a:t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514850" y="3352800"/>
            <a:ext cx="3143250" cy="1333500"/>
          </a:xfrm>
          <a:prstGeom prst="rect">
            <a:avLst/>
          </a:prstGeom>
          <a:solidFill>
            <a:srgbClr val="182027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514850" y="3352800"/>
            <a:ext cx="47625" cy="1333500"/>
          </a:xfrm>
          <a:prstGeom prst="rect">
            <a:avLst/>
          </a:prstGeom>
          <a:solidFill>
            <a:srgbClr val="FFB02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724400" y="3543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Trusted contribution</a:t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724400" y="3905250"/>
            <a:ext cx="27241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Login is required before creating incidents or posting comments.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324850" y="3352800"/>
            <a:ext cx="3143250" cy="1333500"/>
          </a:xfrm>
          <a:prstGeom prst="rect">
            <a:avLst/>
          </a:prstGeom>
          <a:solidFill>
            <a:srgbClr val="182027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324850" y="3352800"/>
            <a:ext cx="47625" cy="13335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534400" y="35433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Admin moderation</a:t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534400" y="3905250"/>
            <a:ext cx="27241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Admins can review users, comments, warnings, and removals.</a:t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704850" y="5286375"/>
            <a:ext cx="1619250" cy="323850"/>
          </a:xfrm>
          <a:prstGeom prst="rect">
            <a:avLst/>
          </a:prstGeom>
          <a:solidFill>
            <a:srgbClr val="11181D"/>
          </a:solidFill>
          <a:ln cap="flat" cmpd="sng" w="9525">
            <a:solidFill>
              <a:srgbClr val="7AA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04850" y="5353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7AA7FF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552700" y="5286375"/>
            <a:ext cx="1619250" cy="323850"/>
          </a:xfrm>
          <a:prstGeom prst="rect">
            <a:avLst/>
          </a:prstGeom>
          <a:solidFill>
            <a:srgbClr val="11181D"/>
          </a:solidFill>
          <a:ln cap="flat" cmpd="sng" w="9525">
            <a:solidFill>
              <a:srgbClr val="2E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2552700" y="5353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Express API</a:t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4400550" y="5286375"/>
            <a:ext cx="1619250" cy="323850"/>
          </a:xfrm>
          <a:prstGeom prst="rect">
            <a:avLst/>
          </a:prstGeom>
          <a:solidFill>
            <a:srgbClr val="11181D"/>
          </a:solidFill>
          <a:ln cap="flat" cmpd="sng" w="9525">
            <a:solidFill>
              <a:srgbClr val="FFB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400550" y="5353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B020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248400" y="5286375"/>
            <a:ext cx="1619250" cy="323850"/>
          </a:xfrm>
          <a:prstGeom prst="rect">
            <a:avLst/>
          </a:prstGeom>
          <a:solidFill>
            <a:srgbClr val="11181D"/>
          </a:solidFill>
          <a:ln cap="flat" cmpd="sng" w="9525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248400" y="5353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JWT Auth</a:t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66750" y="65532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DANGERZONE PROJECT OVERVIEW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0B0F1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66750" y="571500"/>
            <a:ext cx="323850" cy="381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123950" y="51435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PRODUCT MODEL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66750" y="857250"/>
            <a:ext cx="85725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The app separates public awareness from trusted contribution.</a:t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704850" y="20193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This keeps the home page useful for guests while protecting actions that change data.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04850" y="2647950"/>
            <a:ext cx="3143250" cy="2714625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2E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933450" y="28765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D3B7"/>
                </a:solidFill>
                <a:latin typeface="Play"/>
                <a:ea typeface="Play"/>
                <a:cs typeface="Play"/>
                <a:sym typeface="Play"/>
              </a:rPr>
              <a:t>Guest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52500" y="3429000"/>
            <a:ext cx="76200" cy="76200"/>
          </a:xfrm>
          <a:prstGeom prst="rect">
            <a:avLst/>
          </a:prstGeom>
          <a:solidFill>
            <a:srgbClr val="2ED3B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1162050" y="33337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Browse map and incidents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52500" y="3886200"/>
            <a:ext cx="76200" cy="76200"/>
          </a:xfrm>
          <a:prstGeom prst="rect">
            <a:avLst/>
          </a:prstGeom>
          <a:solidFill>
            <a:srgbClr val="2ED3B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162050" y="37909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Open incident details</a:t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52500" y="4343400"/>
            <a:ext cx="76200" cy="76200"/>
          </a:xfrm>
          <a:prstGeom prst="rect">
            <a:avLst/>
          </a:prstGeom>
          <a:solidFill>
            <a:srgbClr val="2ED3B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162050" y="42481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Read comments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52500" y="4800600"/>
            <a:ext cx="76200" cy="76200"/>
          </a:xfrm>
          <a:prstGeom prst="rect">
            <a:avLst/>
          </a:prstGeom>
          <a:solidFill>
            <a:srgbClr val="2ED3B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162050" y="47053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Login prompt for actions</a:t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514850" y="2647950"/>
            <a:ext cx="3143250" cy="2714625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FFB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743450" y="28765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B020"/>
                </a:solidFill>
                <a:latin typeface="Play"/>
                <a:ea typeface="Play"/>
                <a:cs typeface="Play"/>
                <a:sym typeface="Play"/>
              </a:rPr>
              <a:t>Registered user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762500" y="3429000"/>
            <a:ext cx="76200" cy="76200"/>
          </a:xfrm>
          <a:prstGeom prst="rect">
            <a:avLst/>
          </a:prstGeom>
          <a:solidFill>
            <a:srgbClr val="FFB02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972050" y="33337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Create new incidents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762500" y="3886200"/>
            <a:ext cx="76200" cy="76200"/>
          </a:xfrm>
          <a:prstGeom prst="rect">
            <a:avLst/>
          </a:prstGeom>
          <a:solidFill>
            <a:srgbClr val="FFB02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972050" y="37909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Comment on incidents</a:t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762500" y="4343400"/>
            <a:ext cx="76200" cy="76200"/>
          </a:xfrm>
          <a:prstGeom prst="rect">
            <a:avLst/>
          </a:prstGeom>
          <a:solidFill>
            <a:srgbClr val="FFB02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972050" y="42481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Edit own reports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762500" y="4800600"/>
            <a:ext cx="76200" cy="76200"/>
          </a:xfrm>
          <a:prstGeom prst="rect">
            <a:avLst/>
          </a:prstGeom>
          <a:solidFill>
            <a:srgbClr val="FFB02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972050" y="47053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Delete own reports</a:t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324850" y="2647950"/>
            <a:ext cx="3143250" cy="2714625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553450" y="28765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3B30"/>
                </a:solidFill>
                <a:latin typeface="Play"/>
                <a:ea typeface="Play"/>
                <a:cs typeface="Play"/>
                <a:sym typeface="Play"/>
              </a:rPr>
              <a:t>Admin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572500" y="3429000"/>
            <a:ext cx="76200" cy="762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782050" y="33337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Open admin overview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8572500" y="3886200"/>
            <a:ext cx="76200" cy="762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782050" y="37909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Warn users</a:t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572500" y="4343400"/>
            <a:ext cx="76200" cy="762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8782050" y="42481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Delete comments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8572500" y="4800600"/>
            <a:ext cx="76200" cy="762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8782050" y="4705350"/>
            <a:ext cx="23336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Remove abusive users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66750" y="65532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DANGERZONE PROJECT OVERVIEW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0B0F1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66750" y="571500"/>
            <a:ext cx="323850" cy="381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123950" y="51435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CORE WORKFLOW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66750" y="857250"/>
            <a:ext cx="85725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Incidents connect the map, list, detail view, and comments.</a:t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04850" y="2000250"/>
            <a:ext cx="8096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The same incident data powers multiple views, so users can scan nearby hazards or inspect one report in detail.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38200" y="3219450"/>
            <a:ext cx="1466850" cy="1676400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FFB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009650" y="337185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B02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009650" y="377190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Report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09650" y="4076700"/>
            <a:ext cx="1123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Type, address, severity, duration, description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2457450" y="3943350"/>
            <a:ext cx="819150" cy="285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257550" y="3886200"/>
            <a:ext cx="114300" cy="1428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429000" y="3219450"/>
            <a:ext cx="1466850" cy="1676400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2E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600450" y="337185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600450" y="377190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Locate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600450" y="4076700"/>
            <a:ext cx="1123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Address lookup or manual coordinates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048250" y="3943350"/>
            <a:ext cx="819150" cy="285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5848350" y="3886200"/>
            <a:ext cx="114300" cy="1428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019800" y="3219450"/>
            <a:ext cx="1466850" cy="1676400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7AA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191250" y="337185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7AA7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191250" y="377190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Publish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191250" y="4076700"/>
            <a:ext cx="1123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Active incidents appear on map and list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7639050" y="3943350"/>
            <a:ext cx="819150" cy="285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439150" y="3886200"/>
            <a:ext cx="114300" cy="1428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8610600" y="3219450"/>
            <a:ext cx="1466850" cy="1676400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8782050" y="337185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782050" y="377190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Discuss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8782050" y="4076700"/>
            <a:ext cx="1123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Logged-in users add comments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2400300" y="5372100"/>
            <a:ext cx="7334250" cy="419100"/>
          </a:xfrm>
          <a:prstGeom prst="rect">
            <a:avLst/>
          </a:prstGeom>
          <a:solidFill>
            <a:srgbClr val="0F151A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2686050" y="5476875"/>
            <a:ext cx="676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Ownership rules stay attached: creator or admin can edit/delete; guests remain read-only.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66750" y="65532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DANGERZONE PROJECT OVERVIEW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0B0F1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66750" y="571500"/>
            <a:ext cx="323850" cy="381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1123950" y="51435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66750" y="857250"/>
            <a:ext cx="8572500" cy="1009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The stack keeps UI, API, auth, and data responsibilities clear.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62000" y="2781300"/>
            <a:ext cx="2381250" cy="2038350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7AA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971550" y="29527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7AA7FF"/>
                </a:solidFill>
                <a:latin typeface="Play"/>
                <a:ea typeface="Play"/>
                <a:cs typeface="Play"/>
                <a:sym typeface="Play"/>
              </a:rPr>
              <a:t>React client</a:t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971550" y="3371850"/>
            <a:ext cx="19621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Routes, map UI, auth context, modals, user-facing errors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3333750" y="3505200"/>
            <a:ext cx="838200" cy="285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152900" y="3448050"/>
            <a:ext cx="114300" cy="1428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362450" y="2781300"/>
            <a:ext cx="2381250" cy="2038350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2ED3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572000" y="29527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ED3B7"/>
                </a:solidFill>
                <a:latin typeface="Play"/>
                <a:ea typeface="Play"/>
                <a:cs typeface="Play"/>
                <a:sym typeface="Play"/>
              </a:rPr>
              <a:t>Express API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572000" y="3371850"/>
            <a:ext cx="19621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REST routes for auth, incidents, comments, users, geocoding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934200" y="3505200"/>
            <a:ext cx="838200" cy="285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753350" y="3448050"/>
            <a:ext cx="114300" cy="142875"/>
          </a:xfrm>
          <a:prstGeom prst="rect">
            <a:avLst/>
          </a:prstGeom>
          <a:solidFill>
            <a:srgbClr val="2B364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962900" y="2781300"/>
            <a:ext cx="2381250" cy="2038350"/>
          </a:xfrm>
          <a:prstGeom prst="rect">
            <a:avLst/>
          </a:prstGeom>
          <a:solidFill>
            <a:srgbClr val="151D23"/>
          </a:solidFill>
          <a:ln cap="flat" cmpd="sng" w="9525">
            <a:solidFill>
              <a:srgbClr val="FFB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8172450" y="2952750"/>
            <a:ext cx="1962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B020"/>
                </a:solidFill>
                <a:latin typeface="Play"/>
                <a:ea typeface="Play"/>
                <a:cs typeface="Play"/>
                <a:sym typeface="Play"/>
              </a:rPr>
              <a:t>MongoDB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8172450" y="3371850"/>
            <a:ext cx="19621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Users, incidents, comments with Mongoose references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362450" y="5010150"/>
            <a:ext cx="2381250" cy="781050"/>
          </a:xfrm>
          <a:prstGeom prst="rect">
            <a:avLst/>
          </a:prstGeom>
          <a:solidFill>
            <a:srgbClr val="0F151A"/>
          </a:solidFill>
          <a:ln cap="flat" cmpd="sng" w="9525">
            <a:solidFill>
              <a:srgbClr val="FF3B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591050" y="5200650"/>
            <a:ext cx="1924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JWT middleware protects writes and admin actions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486400" y="4629150"/>
            <a:ext cx="28575" cy="3810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666750" y="65532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DANGERZONE PROJECT OVERVIEW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0B0F1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66750" y="571500"/>
            <a:ext cx="323850" cy="381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1123950" y="51435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PERMISSIONS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66750" y="857250"/>
            <a:ext cx="85725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Permissions protect write actions without hiding public information.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066800" y="2476500"/>
            <a:ext cx="4095750" cy="552450"/>
          </a:xfrm>
          <a:prstGeom prst="rect">
            <a:avLst/>
          </a:prstGeom>
          <a:solidFill>
            <a:srgbClr val="1B252D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238250" y="264795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162550" y="2476500"/>
            <a:ext cx="1809750" cy="552450"/>
          </a:xfrm>
          <a:prstGeom prst="rect">
            <a:avLst/>
          </a:prstGeom>
          <a:solidFill>
            <a:srgbClr val="1B252D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334000" y="26479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Guest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972300" y="2476500"/>
            <a:ext cx="1809750" cy="552450"/>
          </a:xfrm>
          <a:prstGeom prst="rect">
            <a:avLst/>
          </a:prstGeom>
          <a:solidFill>
            <a:srgbClr val="1B252D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143750" y="26479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8782050" y="2476500"/>
            <a:ext cx="1809750" cy="552450"/>
          </a:xfrm>
          <a:prstGeom prst="rect">
            <a:avLst/>
          </a:prstGeom>
          <a:solidFill>
            <a:srgbClr val="1B252D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953500" y="26479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066800" y="3028950"/>
            <a:ext cx="4095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238250" y="320040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View incidents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162550" y="30289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334000" y="32004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972300" y="30289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7143750" y="32004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8782050" y="30289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8953500" y="32004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066800" y="3581400"/>
            <a:ext cx="4095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1238250" y="375285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Create incident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162550" y="3581400"/>
            <a:ext cx="1809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334000" y="37528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972300" y="3581400"/>
            <a:ext cx="1809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7143750" y="37528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782050" y="3581400"/>
            <a:ext cx="1809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953500" y="37528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1066800" y="4133850"/>
            <a:ext cx="4095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1238250" y="430530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Comment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162550" y="41338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334000" y="43053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972300" y="41338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7143750" y="43053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782050" y="41338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8953500" y="43053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066800" y="4686300"/>
            <a:ext cx="4095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238250" y="485775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Edit/delete own data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162550" y="4686300"/>
            <a:ext cx="1809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5334000" y="48577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972300" y="4686300"/>
            <a:ext cx="1809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143750" y="48577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8782050" y="4686300"/>
            <a:ext cx="1809750" cy="552450"/>
          </a:xfrm>
          <a:prstGeom prst="rect">
            <a:avLst/>
          </a:prstGeom>
          <a:solidFill>
            <a:srgbClr val="10171C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8953500" y="48577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1066800" y="5238750"/>
            <a:ext cx="4095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238250" y="5410200"/>
            <a:ext cx="3752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Moderate users/comments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162550" y="52387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334000" y="54102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972300" y="52387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7143750" y="54102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8782050" y="5238750"/>
            <a:ext cx="1809750" cy="552450"/>
          </a:xfrm>
          <a:prstGeom prst="rect">
            <a:avLst/>
          </a:prstGeom>
          <a:solidFill>
            <a:srgbClr val="141C22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953500" y="54102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66750" y="65532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DANGERZONE PROJECT OVERVIEW</a:t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0" y="6438900"/>
            <a:ext cx="12192000" cy="419100"/>
          </a:xfrm>
          <a:prstGeom prst="rect">
            <a:avLst/>
          </a:prstGeom>
          <a:solidFill>
            <a:srgbClr val="0B0F12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66750" y="571500"/>
            <a:ext cx="323850" cy="3810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123950" y="51435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5-MINUTE PRESENTATION PATH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66750" y="838200"/>
            <a:ext cx="857250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Demo the product through one clear story: guest sees, user reports, admin moderates.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876300" y="3238500"/>
            <a:ext cx="57150" cy="1352550"/>
          </a:xfrm>
          <a:prstGeom prst="rect">
            <a:avLst/>
          </a:prstGeom>
          <a:solidFill>
            <a:srgbClr val="FF3B3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1085850" y="31623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3B30"/>
                </a:solidFill>
                <a:latin typeface="Arial"/>
                <a:ea typeface="Arial"/>
                <a:cs typeface="Arial"/>
                <a:sym typeface="Arial"/>
              </a:rPr>
              <a:t>0:00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1085850" y="3486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085850" y="38481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City hazards need quick local visibility.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3143250" y="3238500"/>
            <a:ext cx="57150" cy="1352550"/>
          </a:xfrm>
          <a:prstGeom prst="rect">
            <a:avLst/>
          </a:prstGeom>
          <a:solidFill>
            <a:srgbClr val="2ED3B7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3352800" y="31623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ED3B7"/>
                </a:solidFill>
                <a:latin typeface="Arial"/>
                <a:ea typeface="Arial"/>
                <a:cs typeface="Arial"/>
                <a:sym typeface="Arial"/>
              </a:rPr>
              <a:t>1:00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3352800" y="3486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Browse</a:t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352800" y="38481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Show map, filters, incident details as guest.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410200" y="3238500"/>
            <a:ext cx="57150" cy="1352550"/>
          </a:xfrm>
          <a:prstGeom prst="rect">
            <a:avLst/>
          </a:prstGeom>
          <a:solidFill>
            <a:srgbClr val="FFB020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619750" y="31623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B020"/>
                </a:solidFill>
                <a:latin typeface="Arial"/>
                <a:ea typeface="Arial"/>
                <a:cs typeface="Arial"/>
                <a:sym typeface="Arial"/>
              </a:rPr>
              <a:t>2:20</a:t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5619750" y="3486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Contribute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619750" y="38481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Login, create incident, add a comment.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7677150" y="3238500"/>
            <a:ext cx="57150" cy="1352550"/>
          </a:xfrm>
          <a:prstGeom prst="rect">
            <a:avLst/>
          </a:prstGeom>
          <a:solidFill>
            <a:srgbClr val="7AA7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7886700" y="31623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AA7FF"/>
                </a:solidFill>
                <a:latin typeface="Arial"/>
                <a:ea typeface="Arial"/>
                <a:cs typeface="Arial"/>
                <a:sym typeface="Arial"/>
              </a:rPr>
              <a:t>3:40</a:t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886700" y="3486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F5F0E8"/>
                </a:solidFill>
                <a:latin typeface="Play"/>
                <a:ea typeface="Play"/>
                <a:cs typeface="Play"/>
                <a:sym typeface="Play"/>
              </a:rPr>
              <a:t>Moderate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7886700" y="3848100"/>
            <a:ext cx="1809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Admin overview, warnings, cleanup actions.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876300" y="5124450"/>
            <a:ext cx="9067800" cy="514350"/>
          </a:xfrm>
          <a:prstGeom prst="rect">
            <a:avLst/>
          </a:prstGeom>
          <a:solidFill>
            <a:srgbClr val="0F151A"/>
          </a:solidFill>
          <a:ln cap="flat" cmpd="sng" w="9525">
            <a:solidFill>
              <a:srgbClr val="2B3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1143000" y="527685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F5F0E8"/>
                </a:solidFill>
                <a:latin typeface="Arial"/>
                <a:ea typeface="Arial"/>
                <a:cs typeface="Arial"/>
                <a:sym typeface="Arial"/>
              </a:rPr>
              <a:t>Next steps: deploy with MongoDB Atlas, add toast notifications, improve seed/import tooling, and add production monitoring.</a:t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66750" y="65532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DANGERZONE PROJECT OVERVIEW</a:t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